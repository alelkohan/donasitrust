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84CC16"/>
                </a:solidFill>
              </a:defRPr>
            </a:pPr>
            <a:r>
              <a:t>DONASITRUST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Platform Donasi Transparan Berbasis Keamanan Berlapis &amp; UI/UX Modern</a:t>
            </a:r>
          </a:p>
          <a:p>
            <a:pPr>
              <a:spcBef>
                <a:spcPts val="2400"/>
              </a:spcBef>
              <a:defRPr sz="1350">
                <a:solidFill>
                  <a:srgbClr val="94A3B8"/>
                </a:solidFill>
              </a:defRPr>
            </a:pPr>
            <a:r>
              <a:t>Proposal &amp; Presentasi Lomba Aplikasi Web — SwitchFest 2026</a:t>
            </a:r>
            <a:br/>
            <a:r>
              <a:t>Tim Gulingkan Rezim  |  Universitas Siber Muhammadiyah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KRITERIA 2: KEJELASAN PERMASALAHAN &amp; SOLUSI (BOBOT 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Krisis Kepercayaan Donasi Digital vs Solusi Teknis DonasiTrust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01. Krisis Akuntabilitas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❌ Masalah:</a:t>
            </a:r>
            <a:br/>
            <a:r>
              <a:t>Dana ditarik 100% tanpa kewajiban melaporkan nota belanja (LPJ).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✅ Solusi DonasiTrust: Pencairan Bertahap (Milestones) + Wajib Unggah LPJ Nota Belanja.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02. Pengalihan Rekening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❌ Masalah:</a:t>
            </a:r>
            <a:br/>
            <a:r>
              <a:t>Akun dibajak -&gt; penyerang mengubah rekening pencairan.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✅ Solusi DonasiTrust: Rekening Dibekukan sejak Awal + Guarding TOTP 2FA.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03. Pemalsuan Kuitansi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❌ Masalah:</a:t>
            </a:r>
            <a:br/>
            <a:r>
              <a:t>Kuitansi donasi dipalsukan &amp; catatan database dimanipulasi.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✅ Solusi DonasiTrust: Kuitansi HMAC-SHA256 &amp; Hash-chain Audit Logs SHA-256.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KRITERIA 6: USER INTERFACE &amp; USER EXPERIENCE (BOBOT TERBESAR 25%)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Desain Modern Creative Studio, Dynamic Micro-Animations &amp; Frictionless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Aesthetics &amp; Glassmorphism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Sleek dark mode (#0f172a) dengan aksen Neon Lime (#99ff04), efek glassmorphism, dan hierarki visual yang wow at first glance.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Dynamic Hero Marquee &amp; Carousel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Interaktivitas reaktif Alpine.js menampilkan vertical marquee animasi multi-kolom dan slider kampanye pilihan dinamis.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Frictionless Public Verifier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Halaman verifikasi kuitansi (/verifikasi) dan transparansi (/transparansi) dapat diakses instan tanpa perlu registrasi/login.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Responsive 12-Column Grid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Desain sepenuhnya responsif berbasis Tailwind CSS 4 yang nyaman diakses dari smartphone hingga layar desktop lebar.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KRITERIA 4: PEMANFAATAN TEKNOLOGI TERKINI (BOBOT 10%)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Stack Teknologi Modern Laravel 13, Livewire 3, Alpine.js, &amp; Tailwind CSS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Backend Framework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Laravel 13.31.0 (PHP 8.3)</a:t>
            </a:r>
            <a:br/>
            <a:r>
              <a:t>• Modern MVC &amp; Service Layer</a:t>
            </a:r>
            <a:br/>
            <a:r>
              <a:t>• Eloquent ORM &amp; Custom Middleware</a:t>
            </a:r>
            <a:br/>
            <a:r>
              <a:t>• PHPUnit 11 Automated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Frontend &amp; Interaktivitas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Livewire 3 + Alpine.js + Vite 7</a:t>
            </a:r>
            <a:br/>
            <a:r>
              <a:t>• Komponen Reaktif tanpa Reload</a:t>
            </a:r>
            <a:br/>
            <a:r>
              <a:t>• Dynamic Alpine.js Component</a:t>
            </a:r>
            <a:br/>
            <a:r>
              <a:t>• Styling Modern Tailwind CSS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Autentikasi &amp; Keamanan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Google OAuth &amp; TOTP RFC 6238</a:t>
            </a:r>
            <a:br/>
            <a:r>
              <a:t>• 1-Click Login via Socialite</a:t>
            </a:r>
            <a:br/>
            <a:r>
              <a:t>• Verifikasi Kode OTP 6-Digit Surel</a:t>
            </a:r>
            <a:br/>
            <a:r>
              <a:t>• Native TOTP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Kriptografi &amp; Integrasi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HMAC-SHA256 &amp; Audit Hash-chain</a:t>
            </a:r>
            <a:br/>
            <a:r>
              <a:t>• Digital Signature Kuitansi</a:t>
            </a:r>
            <a:br/>
            <a:r>
              <a:t>• Rantai Hash SHA-256 Anti-Tamper</a:t>
            </a:r>
            <a:br/>
            <a:r>
              <a:t>• Webhook Integration Gateway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ARSITEKTUR BASIS DATA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8 Entitas Relasional Menjamin Integrasi Data Transaksi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Struktur 8 Entitas Utama: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users: Akun, Role, OAuth, Status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campaigns: Kampanye, Target, Status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campaign_items: Detail RAB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milestones: Tahapan Pencairan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donations: Transaksi &amp; Signature HMAC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disbursements: Penarikan &amp; TOTP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expense_reports &amp; items: LPJ &amp; Nota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• audit_logs: Rantai Hash SHA-256</a:t>
            </a:r>
          </a:p>
        </p:txBody>
      </p:sp>
      <p:pic>
        <p:nvPicPr>
          <p:cNvPr id="6" name="Picture 5" descr="erd_donasitrust_white_diagram_1789055689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ALUR INTERAKSI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Sequence Diagram Interaksi 4 Aktor Utama (Pengaju, Admin, Sistem, Donatur)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84CC16"/>
                </a:solidFill>
              </a:defRPr>
            </a:pPr>
            <a:r>
              <a:t>4 Fase Alur Transaksi: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1. Pengajuan &amp; Verifikasi:</a:t>
            </a:r>
            <a:br/>
            <a:r>
              <a:t>Pengaju daftar RAB &amp; Milestone -&gt; Admin verifikasi.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2. Donasi &amp; Kuitansi Digital:</a:t>
            </a:r>
            <a:br/>
            <a:r>
              <a:t>Donatur donasi -&gt; Sistem terbitkan kuitansi HMAC-SHA256.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3. Pencairan Dana Bertahap:</a:t>
            </a:r>
            <a:br/>
            <a:r>
              <a:t>Pengaju tarik dana -&gt; Admin approve &amp; pelepasan TOTP.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4. Pertanggungjawaban LPJ:</a:t>
            </a:r>
            <a:br/>
            <a:r>
              <a:t>Pengaju upload LPJ &amp; nota -&gt; Publik audit.</a:t>
            </a:r>
          </a:p>
        </p:txBody>
      </p:sp>
      <p:pic>
        <p:nvPicPr>
          <p:cNvPr id="6" name="Picture 5" descr="sequence_diagram_white_donasitrust_1789055950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84CC16"/>
                </a:solidFill>
                <a:latin typeface="Arial"/>
              </a:defRPr>
            </a:pPr>
            <a:r>
              <a:t>KESESUAIAN KRITERIA PENILAIAN LOMBA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Pemetaan Strategi Nilai Maksimal (Total 100%)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UI / UX (Bobot 25%)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Modern Dark Glassmorphism, Alpine.js Hero Marquee &amp; Carousel, Responsive Grid, Frictionless /verifikasi.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Permasalahan &amp; Solusi (Bobot 20%)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5 Isu Akuntabilitas Donasi Digital dijawab presisi lewat Milestone Payout, Rekening Terkunci, &amp; HMAC.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Kreativitas &amp; Inovasi (Bobot 15%)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Platform donasi pertama yang menggabungkan HMAC Receipt Verifier + Hash-chain Audit Logs + Milestone Payout.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Kesesuaian Tema (Bobot 15%)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Sangat presisi dengan 'NextGen Secure: Building the Future of Trusted Web Ecosystems'.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Fungsi &amp; Fitur Web (Bobot 15%)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32 Data Kampanye Seeder, RAB breakdown, LPJ Nota Belanja, Google OAuth &amp; OTP Surel.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10896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00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50">
                <a:solidFill>
                  <a:srgbClr val="84CC16"/>
                </a:solidFill>
              </a:defRPr>
            </a:pPr>
            <a:r>
              <a:t>Teknologi Terkini (Bobot 10%)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Laravel 13.31.0 (PHP 8.3), Livewire 3, Alpine.js, Tailwind CSS 4, Native TOTP RFC 6238.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84CC16"/>
                </a:solidFill>
              </a:defRPr>
            </a:pPr>
            <a:r>
              <a:t>TERIMA KASIH</a:t>
            </a:r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DonasiTrust — Platform Donasi Transparan Berbasis Keamanan Teknis &amp; UI/UX Modern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🔗 GitHub Repository: https://github.com/alelkohan/DonasiTrust</a:t>
            </a:r>
            <a:br/>
            <a:r>
              <a:t>🌐 Local Demo Server: http://127.0.0.1:8000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